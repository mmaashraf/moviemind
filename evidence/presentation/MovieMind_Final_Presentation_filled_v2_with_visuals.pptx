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317" r:id="rId3"/>
    <p:sldId id="316" r:id="rId4"/>
    <p:sldId id="318" r:id="rId5"/>
    <p:sldId id="319" r:id="rId6"/>
    <p:sldId id="320" r:id="rId7"/>
    <p:sldId id="321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78" d="100"/>
          <a:sy n="78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MovieMind: End-to-End Movie Recommendation System</a:t>
            </a:r>
            <a:endParaRPr lang="en-US"/>
          </a:p>
          <a:p>
            <a:pPr/>
            <a:r>
              <a:t>IIT Delhi CEP Final Project</a:t>
            </a:r>
          </a:p>
          <a:p>
            <a:pPr/>
            <a:r>
              <a:t>Data -&gt; Modeling -&gt; Explainability -&gt; API -&gt; Web App -&gt; NLP Interface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844952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Title</a:t>
            </a:r>
            <a:endParaRPr lang="en-GB" sz="5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2785957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X/X</a:t>
            </a:r>
            <a:r>
              <a:rPr lang="en-US" sz="2200" b="1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/202X</a:t>
            </a:r>
            <a:endParaRPr lang="en-US" sz="2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Recommenders are core to OTT/e-commerce personalization.</a:t>
            </a:r>
            <a:endParaRPr lang="en-US" dirty="0"/>
          </a:p>
          <a:p>
            <a:pPr/>
            <a:r>
              <a:t>Key challenges: sparsity, long-tail catalog, cold-start behavior.</a:t>
            </a:r>
          </a:p>
          <a:p>
            <a:pPr/>
            <a:r>
              <a:t>Goal: accurate, explainable, and production-ready recommendations.</a:t>
            </a:r>
          </a:p>
          <a:p>
            <a:pPr/>
            <a:r>
              <a:t>Dataset: MovieLens 1M with ratings, user, and movie metadata.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t>Predict user-movie ratings for unseen interactions.</a:t>
            </a:r>
            <a:endParaRPr lang="en-US" dirty="0"/>
          </a:p>
          <a:p>
            <a:pPr/>
            <a:r>
              <a:t>Generate Top-N recommendations with model switch support.</a:t>
            </a:r>
          </a:p>
          <a:p>
            <a:pPr/>
            <a:r>
              <a:t>Compare Baseline, ML, DL, and Tuned-DL under leakage-safe evaluation.</a:t>
            </a:r>
          </a:p>
          <a:p>
            <a:pPr/>
            <a:r>
              <a:t>Expose explanations and model metadata in serving layer.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Method: lifecycle pipeline from data wrangling to deployment.</a:t>
            </a:r>
            <a:endParaRPr lang="en-US" dirty="0"/>
          </a:p>
          <a:p>
            <a:pPr/>
            <a:r>
              <a:t>Evaluation split: strict chronological train/test to avoid leakage.</a:t>
            </a:r>
          </a:p>
          <a:p>
            <a:pPr/>
            <a:r>
              <a:t>Models: Baseline, Linear/RF/GB, NCF, Tuned NCF (Optuna).</a:t>
            </a:r>
          </a:p>
          <a:p>
            <a:pPr/>
            <a:r>
              <a:t>Stack: pandas, scikit-learn, PyTorch, FastAPI, Streamlit.</a:t>
            </a:r>
          </a:p>
          <a:p>
            <a:pPr/>
            <a:r>
              <a:t>XAI: feature importance, embedding visualizations, model inspector.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Methodology, Datasets, and Tools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Unified evaluation across model families in one framework.</a:t>
            </a:r>
            <a:endParaRPr lang="en-US" dirty="0"/>
          </a:p>
          <a:p>
            <a:pPr/>
            <a:r>
              <a:t>Champion selected via leakage-safe test metrics.</a:t>
            </a:r>
          </a:p>
          <a:p>
            <a:pPr/>
            <a:r>
              <a:t>Tuned DL improved representation quality and recommendation behavior.</a:t>
            </a:r>
          </a:p>
          <a:p>
            <a:pPr/>
            <a:r>
              <a:t>ML models remain reliable and fast serving alternatives.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Key RMSE outcomes: tuned-best=1.0061 | retrain-check=0.9754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391885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Available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Baseline (Global 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r>
                        <a:t>NCF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r>
                        <a:t>NCF Tuned Best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dl_tuned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eature_importance_to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45920"/>
            <a:ext cx="486156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FastAPI endpoints for health, models, predict, recommend, and NLP query.</a:t>
            </a:r>
            <a:endParaRPr lang="en-US" dirty="0"/>
          </a:p>
          <a:p>
            <a:pPr/>
            <a:r>
              <a:t>Streamlit UI with recommendation controls, model inspector, and visualizers.</a:t>
            </a:r>
          </a:p>
          <a:p>
            <a:pPr/>
            <a:r>
              <a:t>Taste Map compares user historical profile vs recommended mix.</a:t>
            </a:r>
          </a:p>
          <a:p>
            <a:pPr/>
            <a:r>
              <a:t>Diversity reranking adds controllable novelty with transparent math.</a:t>
            </a:r>
          </a:p>
          <a:p>
            <a:pPr/>
            <a:r>
              <a:t>Runtime NLP guardrails support safe parsing in multiple modes.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  <p:pic>
        <p:nvPicPr>
          <p:cNvPr id="5" name="Picture 4" descr="pca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394960" cy="3475084"/>
          </a:xfrm>
          <a:prstGeom prst="rect">
            <a:avLst/>
          </a:prstGeom>
        </p:spPr>
      </p:pic>
      <p:pic>
        <p:nvPicPr>
          <p:cNvPr id="6" name="Picture 5" descr="tsne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94960" cy="34750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920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Figure: PCA embedding view from Phase 6 artifacts.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892040"/>
            <a:ext cx="5394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Figure: t-SNE sample embedding view from Phase 6 artifacts.</a:t>
            </a:r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Delivered an end-to-end capstone-grade recommender system.</a:t>
            </a:r>
            <a:endParaRPr lang="en-US" dirty="0"/>
          </a:p>
          <a:p>
            <a:pPr/>
            <a:r>
              <a:t>Balanced performance, explainability, and maintainability.</a:t>
            </a:r>
          </a:p>
          <a:p>
            <a:pPr/>
            <a:r>
              <a:t>Institutionalized evidence capture and reproducible workflows.</a:t>
            </a:r>
          </a:p>
          <a:p>
            <a:pPr/>
            <a:r>
              <a:t>Next: full local LLM integration, stronger cold-start onboarding, deeper evaluation.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602</TotalTime>
  <Words>42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Lato</vt:lpstr>
      <vt:lpstr>Office Theme</vt:lpstr>
      <vt:lpstr>Project Title</vt:lpstr>
      <vt:lpstr>Background</vt:lpstr>
      <vt:lpstr>Problem Statement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Ekta Srivastava</cp:lastModifiedBy>
  <cp:revision>91</cp:revision>
  <cp:lastPrinted>2021-11-16T14:38:43Z</cp:lastPrinted>
  <dcterms:created xsi:type="dcterms:W3CDTF">2016-11-08T06:06:47Z</dcterms:created>
  <dcterms:modified xsi:type="dcterms:W3CDTF">2024-11-11T05:07:44Z</dcterms:modified>
</cp:coreProperties>
</file>